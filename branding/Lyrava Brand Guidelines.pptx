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Brand guidelines version one, May 2026. Setting up that lyrava is identity for teams that want to move faster than their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Contents. Ten sections — logo, mark, clear space, color, type, voice, do and don't, motion, applications, file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wordmark. Outfit 700, lowercase, minus four percent tracking. The signal dot at the end is the brand's most recognisable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mark. Two letters and the dot. For favicons, app icons, avatars and small contexts.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Monochrome fallback. For embossing, debossing, single-color print. The dot becomes part of the mark, not a separate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space. Reserve cap-height of the lowercase l on every side. Never crowd the dot.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sizes. Below 24 pixels, switch to the short mark. Print floor is 8 millimetres.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Color. Three colors plus a neutral. Ink and Paper carry most of the system. Signal cobalt is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values. Pantone, CMYK, RGB, hex for every token. Pin to these for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system. Outfit for display, Inter for body, JetBrains Mono for kickers, captions,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Voice. Confident, lowercase, period-stopped. We say it once and we end it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and don't. Six rules. The dot is non-negotiable, the wordmark is never capitalised.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Motion. Two behaviors only — the dot blinks, the word collapses on entry. Use sparingly.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application. Headers, hero, primary CTA. The dot anchors the mark in the navigation.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social. Business card, social tile, signature block. Same rules, same restraint.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index. SVG-first. Outline type before print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Thanks. Hello at lyrava dot xyz for brand questions, additions and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2026-05-13T11:02:39Z</dcterms:created>
  <dcterms:modified xsi:type="dcterms:W3CDTF">2026-05-13T11:02:39Z</dcterms:modified>
</cp:coreProperties>
</file>